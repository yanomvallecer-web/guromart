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E8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5029200" cy="457200"/>
          </a:xfrm>
          <a:prstGeom prst="roundRect">
            <a:avLst/>
          </a:prstGeom>
          <a:solidFill>
            <a:srgbClr val="E85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SCIENCE 7 • TERM 3 • HEAT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Heat vs.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B090"/>
                </a:solidFill>
              </a:rPr>
              <a:t>What is the difference?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2A44"/>
                </a:solidFill>
              </a:rPr>
              <a:t>• Point one for slide 2</a:t>
            </a:r>
            <a:br/>
            <a:r>
              <a:t>• Point two with an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Activity 1: Feel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2A44"/>
                </a:solidFill>
              </a:rPr>
              <a:t>• Point one for slide 3</a:t>
            </a:r>
            <a:br/>
            <a:r>
              <a:t>• Point two with an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Heat is energy in transit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2A44"/>
                </a:solidFill>
              </a:rPr>
              <a:t>• Point one for slide 4</a:t>
            </a:r>
            <a:br/>
            <a:r>
              <a:t>• Point two with an 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Temperature measures average kinetic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2A44"/>
                </a:solidFill>
              </a:rPr>
              <a:t>• Point one for slide 5</a:t>
            </a:r>
            <a:br/>
            <a:r>
              <a:t>• Point two with an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6576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Heat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Temperature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Energy transferred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kinetic energy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Joules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°C or 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2A44"/>
                </a:solidFill>
              </a:rPr>
              <a:t>• Point one for slide 6</a:t>
            </a:r>
            <a:br/>
            <a:r>
              <a:t>• Point two with an 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Answer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2A44"/>
                </a:solidFill>
              </a:rPr>
              <a:t>• Point one for slide 7</a:t>
            </a:r>
            <a:br/>
            <a:r>
              <a:t>• Point two with an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1F2A44"/>
                </a:solidFill>
              </a:rPr>
              <a:t>• Point one for slide 8</a:t>
            </a:r>
            <a:br/>
            <a:r>
              <a:t>• Point two with an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